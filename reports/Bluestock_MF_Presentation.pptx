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D2EA5-2DB9-4C0B-ADED-0F3491D583C8}" v="21" dt="2026-06-12T12:05:49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ya .M" userId="dd2e67a64c3eb976" providerId="LiveId" clId="{050F3D00-E473-4A49-9219-F8B6AB0FCC65}"/>
    <pc:docChg chg="undo custSel addSld delSld modSld">
      <pc:chgData name="Arshiya .M" userId="dd2e67a64c3eb976" providerId="LiveId" clId="{050F3D00-E473-4A49-9219-F8B6AB0FCC65}" dt="2026-06-12T12:09:25.718" v="798" actId="20577"/>
      <pc:docMkLst>
        <pc:docMk/>
      </pc:docMkLst>
      <pc:sldChg chg="modSp mod">
        <pc:chgData name="Arshiya .M" userId="dd2e67a64c3eb976" providerId="LiveId" clId="{050F3D00-E473-4A49-9219-F8B6AB0FCC65}" dt="2026-06-12T12:09:25.718" v="798" actId="20577"/>
        <pc:sldMkLst>
          <pc:docMk/>
          <pc:sldMk cId="2546516679" sldId="256"/>
        </pc:sldMkLst>
        <pc:spChg chg="mod">
          <ac:chgData name="Arshiya .M" userId="dd2e67a64c3eb976" providerId="LiveId" clId="{050F3D00-E473-4A49-9219-F8B6AB0FCC65}" dt="2026-06-12T11:48:28.160" v="2" actId="1076"/>
          <ac:spMkLst>
            <pc:docMk/>
            <pc:sldMk cId="2546516679" sldId="256"/>
            <ac:spMk id="2" creationId="{1149118F-48CA-41EB-208F-C3D22360972C}"/>
          </ac:spMkLst>
        </pc:spChg>
        <pc:spChg chg="mod">
          <ac:chgData name="Arshiya .M" userId="dd2e67a64c3eb976" providerId="LiveId" clId="{050F3D00-E473-4A49-9219-F8B6AB0FCC65}" dt="2026-06-12T12:09:25.718" v="798" actId="20577"/>
          <ac:spMkLst>
            <pc:docMk/>
            <pc:sldMk cId="2546516679" sldId="256"/>
            <ac:spMk id="3" creationId="{5EBA8F4A-B1B7-440F-3100-3E3F34B20193}"/>
          </ac:spMkLst>
        </pc:spChg>
      </pc:sldChg>
      <pc:sldChg chg="modSp new mod">
        <pc:chgData name="Arshiya .M" userId="dd2e67a64c3eb976" providerId="LiveId" clId="{050F3D00-E473-4A49-9219-F8B6AB0FCC65}" dt="2026-06-12T11:54:33.453" v="365" actId="1076"/>
        <pc:sldMkLst>
          <pc:docMk/>
          <pc:sldMk cId="1441746634" sldId="257"/>
        </pc:sldMkLst>
        <pc:spChg chg="mod">
          <ac:chgData name="Arshiya .M" userId="dd2e67a64c3eb976" providerId="LiveId" clId="{050F3D00-E473-4A49-9219-F8B6AB0FCC65}" dt="2026-06-12T11:54:33.453" v="365" actId="1076"/>
          <ac:spMkLst>
            <pc:docMk/>
            <pc:sldMk cId="1441746634" sldId="257"/>
            <ac:spMk id="2" creationId="{1D2849CD-B204-D99A-A81C-9C810AEE7163}"/>
          </ac:spMkLst>
        </pc:spChg>
        <pc:spChg chg="mod">
          <ac:chgData name="Arshiya .M" userId="dd2e67a64c3eb976" providerId="LiveId" clId="{050F3D00-E473-4A49-9219-F8B6AB0FCC65}" dt="2026-06-12T11:53:12.744" v="296" actId="5793"/>
          <ac:spMkLst>
            <pc:docMk/>
            <pc:sldMk cId="1441746634" sldId="257"/>
            <ac:spMk id="3" creationId="{13DEF56C-351A-4FA6-2D08-F2A97BD72B62}"/>
          </ac:spMkLst>
        </pc:spChg>
      </pc:sldChg>
      <pc:sldChg chg="modSp new mod">
        <pc:chgData name="Arshiya .M" userId="dd2e67a64c3eb976" providerId="LiveId" clId="{050F3D00-E473-4A49-9219-F8B6AB0FCC65}" dt="2026-06-12T11:54:26.140" v="364" actId="1076"/>
        <pc:sldMkLst>
          <pc:docMk/>
          <pc:sldMk cId="2757572147" sldId="258"/>
        </pc:sldMkLst>
        <pc:spChg chg="mod">
          <ac:chgData name="Arshiya .M" userId="dd2e67a64c3eb976" providerId="LiveId" clId="{050F3D00-E473-4A49-9219-F8B6AB0FCC65}" dt="2026-06-12T11:54:26.140" v="364" actId="1076"/>
          <ac:spMkLst>
            <pc:docMk/>
            <pc:sldMk cId="2757572147" sldId="258"/>
            <ac:spMk id="2" creationId="{343B4006-3B86-FB8E-1F05-9EB07BFE71CD}"/>
          </ac:spMkLst>
        </pc:spChg>
        <pc:spChg chg="mod">
          <ac:chgData name="Arshiya .M" userId="dd2e67a64c3eb976" providerId="LiveId" clId="{050F3D00-E473-4A49-9219-F8B6AB0FCC65}" dt="2026-06-12T11:54:12.543" v="363" actId="27636"/>
          <ac:spMkLst>
            <pc:docMk/>
            <pc:sldMk cId="2757572147" sldId="258"/>
            <ac:spMk id="3" creationId="{1E6CE362-7030-C6EA-C946-0A0B99295991}"/>
          </ac:spMkLst>
        </pc:spChg>
      </pc:sldChg>
      <pc:sldChg chg="modSp new mod">
        <pc:chgData name="Arshiya .M" userId="dd2e67a64c3eb976" providerId="LiveId" clId="{050F3D00-E473-4A49-9219-F8B6AB0FCC65}" dt="2026-06-12T11:55:49.516" v="410" actId="1076"/>
        <pc:sldMkLst>
          <pc:docMk/>
          <pc:sldMk cId="4042773075" sldId="259"/>
        </pc:sldMkLst>
        <pc:spChg chg="mod">
          <ac:chgData name="Arshiya .M" userId="dd2e67a64c3eb976" providerId="LiveId" clId="{050F3D00-E473-4A49-9219-F8B6AB0FCC65}" dt="2026-06-12T11:55:49.516" v="410" actId="1076"/>
          <ac:spMkLst>
            <pc:docMk/>
            <pc:sldMk cId="4042773075" sldId="259"/>
            <ac:spMk id="2" creationId="{A894B43D-6B89-B132-D64E-7642A538F073}"/>
          </ac:spMkLst>
        </pc:spChg>
        <pc:spChg chg="mod">
          <ac:chgData name="Arshiya .M" userId="dd2e67a64c3eb976" providerId="LiveId" clId="{050F3D00-E473-4A49-9219-F8B6AB0FCC65}" dt="2026-06-12T11:55:37.514" v="405" actId="1076"/>
          <ac:spMkLst>
            <pc:docMk/>
            <pc:sldMk cId="4042773075" sldId="259"/>
            <ac:spMk id="3" creationId="{003EC100-40AD-2FE3-BD2B-34979BFB3176}"/>
          </ac:spMkLst>
        </pc:spChg>
      </pc:sldChg>
      <pc:sldChg chg="modSp new mod">
        <pc:chgData name="Arshiya .M" userId="dd2e67a64c3eb976" providerId="LiveId" clId="{050F3D00-E473-4A49-9219-F8B6AB0FCC65}" dt="2026-06-12T11:56:57.159" v="441" actId="1076"/>
        <pc:sldMkLst>
          <pc:docMk/>
          <pc:sldMk cId="4141615732" sldId="260"/>
        </pc:sldMkLst>
        <pc:spChg chg="mod">
          <ac:chgData name="Arshiya .M" userId="dd2e67a64c3eb976" providerId="LiveId" clId="{050F3D00-E473-4A49-9219-F8B6AB0FCC65}" dt="2026-06-12T11:56:57.159" v="441" actId="1076"/>
          <ac:spMkLst>
            <pc:docMk/>
            <pc:sldMk cId="4141615732" sldId="260"/>
            <ac:spMk id="2" creationId="{4C42361D-9818-13F3-9B4E-01A96D9B7972}"/>
          </ac:spMkLst>
        </pc:spChg>
        <pc:spChg chg="mod">
          <ac:chgData name="Arshiya .M" userId="dd2e67a64c3eb976" providerId="LiveId" clId="{050F3D00-E473-4A49-9219-F8B6AB0FCC65}" dt="2026-06-12T11:56:49.224" v="439" actId="20577"/>
          <ac:spMkLst>
            <pc:docMk/>
            <pc:sldMk cId="4141615732" sldId="260"/>
            <ac:spMk id="3" creationId="{D1781E6C-550B-26A0-0D2D-C4A95A675100}"/>
          </ac:spMkLst>
        </pc:spChg>
      </pc:sldChg>
      <pc:sldChg chg="modSp new mod">
        <pc:chgData name="Arshiya .M" userId="dd2e67a64c3eb976" providerId="LiveId" clId="{050F3D00-E473-4A49-9219-F8B6AB0FCC65}" dt="2026-06-12T11:59:22.457" v="488" actId="1076"/>
        <pc:sldMkLst>
          <pc:docMk/>
          <pc:sldMk cId="2098864464" sldId="261"/>
        </pc:sldMkLst>
        <pc:spChg chg="mod">
          <ac:chgData name="Arshiya .M" userId="dd2e67a64c3eb976" providerId="LiveId" clId="{050F3D00-E473-4A49-9219-F8B6AB0FCC65}" dt="2026-06-12T11:59:22.457" v="488" actId="1076"/>
          <ac:spMkLst>
            <pc:docMk/>
            <pc:sldMk cId="2098864464" sldId="261"/>
            <ac:spMk id="2" creationId="{CF253A70-2DF0-5230-7265-540AADA2709D}"/>
          </ac:spMkLst>
        </pc:spChg>
        <pc:spChg chg="mod">
          <ac:chgData name="Arshiya .M" userId="dd2e67a64c3eb976" providerId="LiveId" clId="{050F3D00-E473-4A49-9219-F8B6AB0FCC65}" dt="2026-06-12T11:58:07.871" v="458" actId="1076"/>
          <ac:spMkLst>
            <pc:docMk/>
            <pc:sldMk cId="2098864464" sldId="261"/>
            <ac:spMk id="3" creationId="{789F57EB-1D85-F7B9-88D9-C8913ADB035E}"/>
          </ac:spMkLst>
        </pc:spChg>
      </pc:sldChg>
      <pc:sldChg chg="modSp new mod">
        <pc:chgData name="Arshiya .M" userId="dd2e67a64c3eb976" providerId="LiveId" clId="{050F3D00-E473-4A49-9219-F8B6AB0FCC65}" dt="2026-06-12T11:59:12.843" v="487" actId="20577"/>
        <pc:sldMkLst>
          <pc:docMk/>
          <pc:sldMk cId="314405614" sldId="262"/>
        </pc:sldMkLst>
        <pc:spChg chg="mod">
          <ac:chgData name="Arshiya .M" userId="dd2e67a64c3eb976" providerId="LiveId" clId="{050F3D00-E473-4A49-9219-F8B6AB0FCC65}" dt="2026-06-12T11:59:12.843" v="487" actId="20577"/>
          <ac:spMkLst>
            <pc:docMk/>
            <pc:sldMk cId="314405614" sldId="262"/>
            <ac:spMk id="2" creationId="{C56AF5F2-EF34-8B95-49A0-188170F96EEA}"/>
          </ac:spMkLst>
        </pc:spChg>
        <pc:spChg chg="mod">
          <ac:chgData name="Arshiya .M" userId="dd2e67a64c3eb976" providerId="LiveId" clId="{050F3D00-E473-4A49-9219-F8B6AB0FCC65}" dt="2026-06-12T11:58:34.871" v="462" actId="5793"/>
          <ac:spMkLst>
            <pc:docMk/>
            <pc:sldMk cId="314405614" sldId="262"/>
            <ac:spMk id="3" creationId="{883589CD-1156-62BD-FD59-04C0B286B1D8}"/>
          </ac:spMkLst>
        </pc:spChg>
      </pc:sldChg>
      <pc:sldChg chg="modSp new mod">
        <pc:chgData name="Arshiya .M" userId="dd2e67a64c3eb976" providerId="LiveId" clId="{050F3D00-E473-4A49-9219-F8B6AB0FCC65}" dt="2026-06-12T12:00:11.525" v="534" actId="1076"/>
        <pc:sldMkLst>
          <pc:docMk/>
          <pc:sldMk cId="2879501781" sldId="263"/>
        </pc:sldMkLst>
        <pc:spChg chg="mod">
          <ac:chgData name="Arshiya .M" userId="dd2e67a64c3eb976" providerId="LiveId" clId="{050F3D00-E473-4A49-9219-F8B6AB0FCC65}" dt="2026-06-12T12:00:11.525" v="534" actId="1076"/>
          <ac:spMkLst>
            <pc:docMk/>
            <pc:sldMk cId="2879501781" sldId="263"/>
            <ac:spMk id="2" creationId="{DA7306CC-8530-F5A6-E0E0-2C900E830B1A}"/>
          </ac:spMkLst>
        </pc:spChg>
        <pc:spChg chg="mod">
          <ac:chgData name="Arshiya .M" userId="dd2e67a64c3eb976" providerId="LiveId" clId="{050F3D00-E473-4A49-9219-F8B6AB0FCC65}" dt="2026-06-12T12:00:06.055" v="533" actId="5793"/>
          <ac:spMkLst>
            <pc:docMk/>
            <pc:sldMk cId="2879501781" sldId="263"/>
            <ac:spMk id="3" creationId="{F7FEB253-26D9-E2EB-F8AF-8AA178342801}"/>
          </ac:spMkLst>
        </pc:spChg>
      </pc:sldChg>
      <pc:sldChg chg="modSp new mod">
        <pc:chgData name="Arshiya .M" userId="dd2e67a64c3eb976" providerId="LiveId" clId="{050F3D00-E473-4A49-9219-F8B6AB0FCC65}" dt="2026-06-12T12:00:56.119" v="564" actId="27636"/>
        <pc:sldMkLst>
          <pc:docMk/>
          <pc:sldMk cId="3908792056" sldId="264"/>
        </pc:sldMkLst>
        <pc:spChg chg="mod">
          <ac:chgData name="Arshiya .M" userId="dd2e67a64c3eb976" providerId="LiveId" clId="{050F3D00-E473-4A49-9219-F8B6AB0FCC65}" dt="2026-06-12T12:00:51.738" v="562" actId="1076"/>
          <ac:spMkLst>
            <pc:docMk/>
            <pc:sldMk cId="3908792056" sldId="264"/>
            <ac:spMk id="2" creationId="{6EAD9072-5879-6A3A-E95E-89B17B424909}"/>
          </ac:spMkLst>
        </pc:spChg>
        <pc:spChg chg="mod">
          <ac:chgData name="Arshiya .M" userId="dd2e67a64c3eb976" providerId="LiveId" clId="{050F3D00-E473-4A49-9219-F8B6AB0FCC65}" dt="2026-06-12T12:00:56.119" v="564" actId="27636"/>
          <ac:spMkLst>
            <pc:docMk/>
            <pc:sldMk cId="3908792056" sldId="264"/>
            <ac:spMk id="3" creationId="{9F62F574-0B8A-CF8C-E165-037708D6EFA0}"/>
          </ac:spMkLst>
        </pc:spChg>
      </pc:sldChg>
      <pc:sldChg chg="modSp new mod">
        <pc:chgData name="Arshiya .M" userId="dd2e67a64c3eb976" providerId="LiveId" clId="{050F3D00-E473-4A49-9219-F8B6AB0FCC65}" dt="2026-06-12T12:02:58.898" v="613" actId="14100"/>
        <pc:sldMkLst>
          <pc:docMk/>
          <pc:sldMk cId="2956826341" sldId="265"/>
        </pc:sldMkLst>
        <pc:spChg chg="mod">
          <ac:chgData name="Arshiya .M" userId="dd2e67a64c3eb976" providerId="LiveId" clId="{050F3D00-E473-4A49-9219-F8B6AB0FCC65}" dt="2026-06-12T12:02:49.768" v="612" actId="20577"/>
          <ac:spMkLst>
            <pc:docMk/>
            <pc:sldMk cId="2956826341" sldId="265"/>
            <ac:spMk id="2" creationId="{88CCA052-ED30-2216-6D8B-4ED109D60696}"/>
          </ac:spMkLst>
        </pc:spChg>
        <pc:spChg chg="mod">
          <ac:chgData name="Arshiya .M" userId="dd2e67a64c3eb976" providerId="LiveId" clId="{050F3D00-E473-4A49-9219-F8B6AB0FCC65}" dt="2026-06-12T12:02:58.898" v="613" actId="14100"/>
          <ac:spMkLst>
            <pc:docMk/>
            <pc:sldMk cId="2956826341" sldId="265"/>
            <ac:spMk id="3" creationId="{6C216F8E-A35C-FC5E-0EEC-7007A89274CF}"/>
          </ac:spMkLst>
        </pc:spChg>
      </pc:sldChg>
      <pc:sldChg chg="modSp new mod">
        <pc:chgData name="Arshiya .M" userId="dd2e67a64c3eb976" providerId="LiveId" clId="{050F3D00-E473-4A49-9219-F8B6AB0FCC65}" dt="2026-06-12T12:05:32.126" v="646" actId="255"/>
        <pc:sldMkLst>
          <pc:docMk/>
          <pc:sldMk cId="4197299971" sldId="266"/>
        </pc:sldMkLst>
        <pc:spChg chg="mod">
          <ac:chgData name="Arshiya .M" userId="dd2e67a64c3eb976" providerId="LiveId" clId="{050F3D00-E473-4A49-9219-F8B6AB0FCC65}" dt="2026-06-12T12:05:21.614" v="645" actId="20577"/>
          <ac:spMkLst>
            <pc:docMk/>
            <pc:sldMk cId="4197299971" sldId="266"/>
            <ac:spMk id="2" creationId="{AF99E23D-7AB3-9E75-5BF9-B0AD988A47CB}"/>
          </ac:spMkLst>
        </pc:spChg>
        <pc:spChg chg="mod">
          <ac:chgData name="Arshiya .M" userId="dd2e67a64c3eb976" providerId="LiveId" clId="{050F3D00-E473-4A49-9219-F8B6AB0FCC65}" dt="2026-06-12T12:05:32.126" v="646" actId="255"/>
          <ac:spMkLst>
            <pc:docMk/>
            <pc:sldMk cId="4197299971" sldId="266"/>
            <ac:spMk id="3" creationId="{F884E584-8718-2FCB-DCEA-C305D78B31BD}"/>
          </ac:spMkLst>
        </pc:spChg>
      </pc:sldChg>
      <pc:sldChg chg="modSp new mod">
        <pc:chgData name="Arshiya .M" userId="dd2e67a64c3eb976" providerId="LiveId" clId="{050F3D00-E473-4A49-9219-F8B6AB0FCC65}" dt="2026-06-12T12:06:09.725" v="674" actId="20577"/>
        <pc:sldMkLst>
          <pc:docMk/>
          <pc:sldMk cId="2039381477" sldId="267"/>
        </pc:sldMkLst>
        <pc:spChg chg="mod">
          <ac:chgData name="Arshiya .M" userId="dd2e67a64c3eb976" providerId="LiveId" clId="{050F3D00-E473-4A49-9219-F8B6AB0FCC65}" dt="2026-06-12T12:06:03.150" v="664" actId="1076"/>
          <ac:spMkLst>
            <pc:docMk/>
            <pc:sldMk cId="2039381477" sldId="267"/>
            <ac:spMk id="2" creationId="{EF86B685-A012-D0F7-836D-C7E0E42D6FE6}"/>
          </ac:spMkLst>
        </pc:spChg>
        <pc:spChg chg="mod">
          <ac:chgData name="Arshiya .M" userId="dd2e67a64c3eb976" providerId="LiveId" clId="{050F3D00-E473-4A49-9219-F8B6AB0FCC65}" dt="2026-06-12T12:06:09.725" v="674" actId="20577"/>
          <ac:spMkLst>
            <pc:docMk/>
            <pc:sldMk cId="2039381477" sldId="267"/>
            <ac:spMk id="3" creationId="{1A662B55-CCF2-6E23-5E0A-06F975B42C40}"/>
          </ac:spMkLst>
        </pc:spChg>
      </pc:sldChg>
      <pc:sldChg chg="new del">
        <pc:chgData name="Arshiya .M" userId="dd2e67a64c3eb976" providerId="LiveId" clId="{050F3D00-E473-4A49-9219-F8B6AB0FCC65}" dt="2026-06-12T12:06:51.477" v="676" actId="680"/>
        <pc:sldMkLst>
          <pc:docMk/>
          <pc:sldMk cId="190949002" sldId="268"/>
        </pc:sldMkLst>
      </pc:sldChg>
      <pc:sldChg chg="new del">
        <pc:chgData name="Arshiya .M" userId="dd2e67a64c3eb976" providerId="LiveId" clId="{050F3D00-E473-4A49-9219-F8B6AB0FCC65}" dt="2026-06-12T12:06:56.834" v="678" actId="680"/>
        <pc:sldMkLst>
          <pc:docMk/>
          <pc:sldMk cId="2747361103" sldId="268"/>
        </pc:sldMkLst>
      </pc:sldChg>
      <pc:sldChg chg="modSp new mod">
        <pc:chgData name="Arshiya .M" userId="dd2e67a64c3eb976" providerId="LiveId" clId="{050F3D00-E473-4A49-9219-F8B6AB0FCC65}" dt="2026-06-12T12:07:57.686" v="713" actId="1076"/>
        <pc:sldMkLst>
          <pc:docMk/>
          <pc:sldMk cId="4080298881" sldId="268"/>
        </pc:sldMkLst>
        <pc:spChg chg="mod">
          <ac:chgData name="Arshiya .M" userId="dd2e67a64c3eb976" providerId="LiveId" clId="{050F3D00-E473-4A49-9219-F8B6AB0FCC65}" dt="2026-06-12T12:07:57.686" v="713" actId="1076"/>
          <ac:spMkLst>
            <pc:docMk/>
            <pc:sldMk cId="4080298881" sldId="268"/>
            <ac:spMk id="2" creationId="{73EB514F-1EAF-5875-1479-31AEF1A5ABB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A7C6-60FA-44BB-B5C7-44D4A6AB6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97191-D717-56DD-4D43-BC9A603C1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9F4D-4975-EDB6-575C-B0B6A34CE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6F0E0-7514-CD59-240D-6FEAC4E1D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1786F-2D8C-3966-E578-BCDEA439C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32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EC78-CEB2-163C-486A-72CCD8557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D8C4-C762-09B8-4734-866608107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91AF8-ABB4-0990-6D16-6ECF8F94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C64FA-E416-5ADF-52A4-1DC485DE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41CFB-18F7-6C7A-E554-4B44D4E5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523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40413-D575-CC0D-9EC4-51E76305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EA36A-BBBE-CD4D-23A5-4E69E9397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BBF98-BF8C-EF04-4956-15B1B39B5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445D6-C1B5-FDD1-A68C-0A804A13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6B1A7-B7C9-B71A-4582-B210CF2E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654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6D1C-D9DF-5524-6C4A-14B8910C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14912-448F-FD95-A80C-E39CB26E9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766BC-86E1-25D2-0BD6-CE392F591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40A9B-749A-3329-A6F2-989AEC65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8A615-B774-37F0-A5DF-F60D1347F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5CFFF-A7C6-9EA8-90FF-5107B1D09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1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88E4-78E4-4050-3948-95EE2CE5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DA9C8-5F3B-2762-EEFD-296FD5ECB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D2A3-46B8-56F5-E5E4-B5DD9B0C9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31B7F-2DD9-C2A8-4E9C-97626E111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22200-8DC8-4ECA-C948-DFE52CB7EC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99DF2-453D-22D7-B8B4-1362810CF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340875-E870-DC8B-ACAF-61DAE72E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2C0380-4DFC-5022-2246-BF916B7A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82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91463-C022-F413-2C16-02E4707C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661E4-D575-237E-3F17-BDEEC7F2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999BA-7A2E-761B-9AC9-2F7D5BC3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075A3-8837-AF52-936F-1723496F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90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63B167-6482-AC1B-950B-71EF6DA36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78853-E283-7824-7054-EB3D807E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178BF-B768-E537-5711-3342173E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215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7A80-22DC-9D0F-DF70-F5162F5FF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027F4-F1AC-2D8B-46E6-71D52C98E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0A9E7-A087-5304-FCED-8949022FF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8D621-4971-2850-2F76-14FF1928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E5AE7-0E11-DF6F-8F93-77397023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F0C8B-4405-4538-08CB-DEA2CE9C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31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328B-DA01-5F77-027C-4B94E00C7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07A768-A18D-B848-7512-A04186EF2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49342-806C-0400-1E7D-659C24E6F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43F47-3C57-2924-9CB9-0AAB9CE8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68ACC-9097-2BE5-0D98-69E64D2C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BD0F1-A163-FDE0-9A6D-B4A3989E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22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F630-5F79-FFC0-C384-7F2421F10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FDC22-BE5A-EC19-08B0-09A1E0352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BB7AB-1192-5E89-5C41-F65F47E94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A736C-3113-514B-535D-F72E37871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BBD78-480A-5A9C-F6CC-C07B996B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972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F66BAF-93E2-E205-A37A-16C189B75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69A1A-32E8-C920-C2BE-5D80A3EB4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68B4E-F707-3479-6B07-9CDD45F3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7058A-9621-432F-6982-93D5E850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145FC-5C8B-F7CA-1D57-F84E253B9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8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BACE8-56EC-21CC-9CAF-F75AF06BE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A2E9A-5FD6-5200-06A9-CEB64F4D9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CA57F-7EB5-B456-82DC-DF41F2F84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DD87FD-46B5-4CE5-8B1E-40A66C1AEFD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435B8-E750-03B5-AA79-BC430E44F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44D97-CAB0-8B81-18A5-37763161B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A20F16-0BF4-4C2D-8B26-2BECD1A27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29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118F-48CA-41EB-208F-C3D223609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6200" y="-173037"/>
            <a:ext cx="9144000" cy="2387600"/>
          </a:xfrm>
        </p:spPr>
        <p:txBody>
          <a:bodyPr/>
          <a:lstStyle/>
          <a:p>
            <a:r>
              <a:rPr lang="en-IN" dirty="0" err="1"/>
              <a:t>Bluestock</a:t>
            </a:r>
            <a:r>
              <a:rPr lang="en-IN" dirty="0"/>
              <a:t> Mutual Fund Analytics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A8F4A-B1B7-440F-3100-3E3F34B20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533" y="2582333"/>
            <a:ext cx="9685865" cy="3877734"/>
          </a:xfrm>
        </p:spPr>
        <p:txBody>
          <a:bodyPr>
            <a:normAutofit/>
          </a:bodyPr>
          <a:lstStyle/>
          <a:p>
            <a:r>
              <a:rPr lang="en-IN" sz="2800" dirty="0"/>
              <a:t>Submitted by : Arshiya M</a:t>
            </a:r>
          </a:p>
          <a:p>
            <a:br>
              <a:rPr lang="en-IN" sz="2800" dirty="0"/>
            </a:br>
            <a:r>
              <a:rPr lang="en-IN" sz="2800" dirty="0"/>
              <a:t>                                     Institution : Panimalar Engineering College</a:t>
            </a:r>
          </a:p>
          <a:p>
            <a:endParaRPr lang="en-IN" sz="2800" dirty="0"/>
          </a:p>
          <a:p>
            <a:r>
              <a:rPr lang="en-IN" sz="2800" dirty="0"/>
              <a:t>                    Duration : 7-Day Capstone Project</a:t>
            </a:r>
          </a:p>
          <a:p>
            <a:endParaRPr lang="en-IN" sz="2800" dirty="0"/>
          </a:p>
          <a:p>
            <a:pPr algn="thaiDist"/>
            <a:r>
              <a:rPr lang="en-IN" sz="2800" dirty="0"/>
              <a:t>                                       Date : 12.06.2026</a:t>
            </a:r>
          </a:p>
          <a:p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46516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849CD-B204-D99A-A81C-9C810AEE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7" y="263525"/>
            <a:ext cx="10515600" cy="1325563"/>
          </a:xfrm>
        </p:spPr>
        <p:txBody>
          <a:bodyPr/>
          <a:lstStyle/>
          <a:p>
            <a:r>
              <a:rPr lang="en-US" dirty="0"/>
              <a:t>Problem Statement and Objectives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EF56C-351A-4FA6-2D08-F2A97BD72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Problem Statement</a:t>
            </a:r>
          </a:p>
          <a:p>
            <a:r>
              <a:rPr lang="en-IN" dirty="0"/>
              <a:t>Large volumes of mutual fund data are difficult to </a:t>
            </a:r>
            <a:r>
              <a:rPr lang="en-IN" dirty="0" err="1"/>
              <a:t>analyze</a:t>
            </a:r>
            <a:r>
              <a:rPr lang="en-IN" dirty="0"/>
              <a:t> manually. </a:t>
            </a:r>
          </a:p>
          <a:p>
            <a:r>
              <a:rPr lang="en-IN" dirty="0"/>
              <a:t>Investors require meaningful insights for better decision-making. </a:t>
            </a:r>
          </a:p>
          <a:p>
            <a:pPr marL="0" indent="0">
              <a:buNone/>
            </a:pPr>
            <a:r>
              <a:rPr lang="en-IN" b="1" dirty="0"/>
              <a:t>Objectives</a:t>
            </a:r>
          </a:p>
          <a:p>
            <a:r>
              <a:rPr lang="en-IN" dirty="0"/>
              <a:t>Build ETL pipeline </a:t>
            </a:r>
          </a:p>
          <a:p>
            <a:r>
              <a:rPr lang="en-IN" dirty="0"/>
              <a:t>Perform EDA </a:t>
            </a:r>
          </a:p>
          <a:p>
            <a:r>
              <a:rPr lang="en-IN" dirty="0"/>
              <a:t>Compute performance metrics </a:t>
            </a:r>
          </a:p>
          <a:p>
            <a:r>
              <a:rPr lang="en-IN" dirty="0"/>
              <a:t>Develop dashboard </a:t>
            </a:r>
          </a:p>
          <a:p>
            <a:r>
              <a:rPr lang="en-IN" dirty="0"/>
              <a:t>Generate insights and recommendations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746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4006-3B86-FB8E-1F05-9EB07BFE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206904"/>
            <a:ext cx="10515600" cy="1325563"/>
          </a:xfrm>
        </p:spPr>
        <p:txBody>
          <a:bodyPr/>
          <a:lstStyle/>
          <a:p>
            <a:r>
              <a:rPr lang="en-US" dirty="0"/>
              <a:t>Data Sources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CE362-7030-C6EA-C946-0A0B99295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467"/>
            <a:ext cx="10515600" cy="508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Datasets Used</a:t>
            </a:r>
          </a:p>
          <a:p>
            <a:r>
              <a:rPr lang="en-IN" dirty="0"/>
              <a:t>Fund Master Data </a:t>
            </a:r>
          </a:p>
          <a:p>
            <a:r>
              <a:rPr lang="en-IN" dirty="0"/>
              <a:t>NAV History </a:t>
            </a:r>
          </a:p>
          <a:p>
            <a:r>
              <a:rPr lang="en-IN" dirty="0"/>
              <a:t>AUM by Fund House </a:t>
            </a:r>
          </a:p>
          <a:p>
            <a:r>
              <a:rPr lang="en-IN" dirty="0"/>
              <a:t>Monthly SIP Inflows </a:t>
            </a:r>
          </a:p>
          <a:p>
            <a:r>
              <a:rPr lang="en-IN" dirty="0"/>
              <a:t>Category Inflows </a:t>
            </a:r>
          </a:p>
          <a:p>
            <a:r>
              <a:rPr lang="en-IN" dirty="0"/>
              <a:t>Industry Folio Count </a:t>
            </a:r>
          </a:p>
          <a:p>
            <a:r>
              <a:rPr lang="en-IN" dirty="0"/>
              <a:t>Scheme Performance </a:t>
            </a:r>
          </a:p>
          <a:p>
            <a:r>
              <a:rPr lang="en-IN" dirty="0"/>
              <a:t>Investor Transactions </a:t>
            </a:r>
          </a:p>
          <a:p>
            <a:r>
              <a:rPr lang="en-IN" dirty="0"/>
              <a:t>Portfolio Holdings </a:t>
            </a:r>
          </a:p>
          <a:p>
            <a:r>
              <a:rPr lang="en-IN" dirty="0"/>
              <a:t>Benchmark Indices </a:t>
            </a:r>
          </a:p>
          <a:p>
            <a:pPr marL="0" indent="0">
              <a:buNone/>
            </a:pPr>
            <a:r>
              <a:rPr lang="en-IN" dirty="0"/>
              <a:t>Total Datasets: </a:t>
            </a:r>
            <a:r>
              <a:rPr lang="en-IN" b="1" dirty="0"/>
              <a:t>10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757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B43D-6B89-B132-D64E-7642A538F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65" y="221191"/>
            <a:ext cx="10515600" cy="1325563"/>
          </a:xfrm>
        </p:spPr>
        <p:txBody>
          <a:bodyPr/>
          <a:lstStyle/>
          <a:p>
            <a:r>
              <a:rPr lang="en-US" dirty="0"/>
              <a:t>System Architecture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EC100-40AD-2FE3-BD2B-34979BFB3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399" y="1690688"/>
            <a:ext cx="3242733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Raw CSV Files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Data Cleaning (Python)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SQLite Database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EDA &amp; Analytics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Performance Metrics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Power BI Dashboard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04277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361D-9818-13F3-9B4E-01A96D9B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78859"/>
            <a:ext cx="10515600" cy="1370542"/>
          </a:xfrm>
        </p:spPr>
        <p:txBody>
          <a:bodyPr/>
          <a:lstStyle/>
          <a:p>
            <a:r>
              <a:rPr lang="en-US" dirty="0"/>
              <a:t>Tools used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81E6C-550B-26A0-0D2D-C4A95A675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</a:t>
            </a:r>
          </a:p>
          <a:p>
            <a:r>
              <a:rPr lang="en-IN" dirty="0"/>
              <a:t>Pandas</a:t>
            </a:r>
          </a:p>
          <a:p>
            <a:r>
              <a:rPr lang="en-IN" dirty="0"/>
              <a:t> NumPy</a:t>
            </a:r>
          </a:p>
          <a:p>
            <a:r>
              <a:rPr lang="en-IN" dirty="0"/>
              <a:t> SQLite </a:t>
            </a:r>
          </a:p>
          <a:p>
            <a:r>
              <a:rPr lang="en-IN" dirty="0"/>
              <a:t>Matplotlib</a:t>
            </a:r>
          </a:p>
          <a:p>
            <a:r>
              <a:rPr lang="en-IN" dirty="0"/>
              <a:t> Seaborn </a:t>
            </a:r>
          </a:p>
          <a:p>
            <a:r>
              <a:rPr lang="en-IN" dirty="0"/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414161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53A70-2DF0-5230-7265-540AADA2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7" y="509058"/>
            <a:ext cx="10515600" cy="1325563"/>
          </a:xfrm>
        </p:spPr>
        <p:txBody>
          <a:bodyPr/>
          <a:lstStyle/>
          <a:p>
            <a:r>
              <a:rPr lang="en-IN" b="1" dirty="0"/>
              <a:t>EDA Highlights – I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F57EB-1D85-F7B9-88D9-C8913ADB0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9749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Exploratory Data Analysis</a:t>
            </a:r>
          </a:p>
          <a:p>
            <a:r>
              <a:rPr lang="en-IN" dirty="0"/>
              <a:t>NAV Trend Analysis </a:t>
            </a:r>
          </a:p>
          <a:p>
            <a:r>
              <a:rPr lang="en-IN" dirty="0"/>
              <a:t>AUM Growth Analysis </a:t>
            </a:r>
          </a:p>
          <a:p>
            <a:r>
              <a:rPr lang="en-IN" dirty="0"/>
              <a:t>SIP Trend Analysis </a:t>
            </a:r>
          </a:p>
          <a:p>
            <a:r>
              <a:rPr lang="en-IN" dirty="0"/>
              <a:t>Category Inflow Analysis </a:t>
            </a:r>
          </a:p>
          <a:p>
            <a:pPr marL="0" indent="0">
              <a:buNone/>
            </a:pPr>
            <a:r>
              <a:rPr lang="en-IN" b="1" dirty="0"/>
              <a:t>Key Findings</a:t>
            </a:r>
          </a:p>
          <a:p>
            <a:r>
              <a:rPr lang="en-IN" dirty="0"/>
              <a:t>Mutual fund industry exhibited strong growth. </a:t>
            </a:r>
          </a:p>
          <a:p>
            <a:r>
              <a:rPr lang="en-IN" dirty="0"/>
              <a:t>SIP contributions increased steadily.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86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F5F2-EF34-8B95-49A0-188170F9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EDA Highlights – II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589CD-1156-62BD-FD59-04C0B286B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Investor Analytics</a:t>
            </a:r>
          </a:p>
          <a:p>
            <a:r>
              <a:rPr lang="en-IN" dirty="0"/>
              <a:t>Age Group Distribution </a:t>
            </a:r>
          </a:p>
          <a:p>
            <a:r>
              <a:rPr lang="en-IN" dirty="0"/>
              <a:t>Gender Distribution </a:t>
            </a:r>
          </a:p>
          <a:p>
            <a:r>
              <a:rPr lang="en-IN" dirty="0"/>
              <a:t>State-wise Investments </a:t>
            </a:r>
          </a:p>
          <a:p>
            <a:r>
              <a:rPr lang="en-IN" dirty="0"/>
              <a:t>Sector Allocation </a:t>
            </a:r>
          </a:p>
          <a:p>
            <a:pPr marL="0" indent="0">
              <a:buNone/>
            </a:pPr>
            <a:r>
              <a:rPr lang="en-IN" b="1" dirty="0"/>
              <a:t>Key Findings</a:t>
            </a:r>
          </a:p>
          <a:p>
            <a:r>
              <a:rPr lang="en-IN" dirty="0"/>
              <a:t>Majority of investors belong to the 26–45 age group. </a:t>
            </a:r>
          </a:p>
          <a:p>
            <a:r>
              <a:rPr lang="en-IN" dirty="0"/>
              <a:t>Equity funds dominate allocations.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05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306CC-8530-F5A6-E0E0-2C900E830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67" y="356658"/>
            <a:ext cx="10515600" cy="1325563"/>
          </a:xfrm>
        </p:spPr>
        <p:txBody>
          <a:bodyPr/>
          <a:lstStyle/>
          <a:p>
            <a:r>
              <a:rPr lang="en-US" dirty="0"/>
              <a:t>Performance Matrix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EB253-26D9-E2EB-F8AF-8AA178342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Metrics Computed</a:t>
            </a:r>
          </a:p>
          <a:p>
            <a:r>
              <a:rPr lang="en-IN" dirty="0"/>
              <a:t>Daily Returns </a:t>
            </a:r>
          </a:p>
          <a:p>
            <a:r>
              <a:rPr lang="en-IN" dirty="0"/>
              <a:t>CAGR </a:t>
            </a:r>
          </a:p>
          <a:p>
            <a:r>
              <a:rPr lang="en-IN" dirty="0"/>
              <a:t>Sharpe Ratio </a:t>
            </a:r>
          </a:p>
          <a:p>
            <a:r>
              <a:rPr lang="en-IN" dirty="0"/>
              <a:t>Sortino Ratio </a:t>
            </a:r>
          </a:p>
          <a:p>
            <a:r>
              <a:rPr lang="en-IN" dirty="0"/>
              <a:t>Alpha </a:t>
            </a:r>
          </a:p>
          <a:p>
            <a:r>
              <a:rPr lang="en-IN" dirty="0"/>
              <a:t>Beta </a:t>
            </a:r>
          </a:p>
          <a:p>
            <a:r>
              <a:rPr lang="en-IN" dirty="0"/>
              <a:t>Maximum Drawdown </a:t>
            </a:r>
          </a:p>
          <a:p>
            <a:pPr marL="0" indent="0">
              <a:buNone/>
            </a:pPr>
            <a:r>
              <a:rPr lang="en-IN" b="1" dirty="0"/>
              <a:t>Outcome</a:t>
            </a:r>
          </a:p>
          <a:p>
            <a:r>
              <a:rPr lang="en-IN" dirty="0"/>
              <a:t>Compared 40 schemes using risk-adjusted performance measures.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9501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D9072-5879-6A3A-E95E-89B17B42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288925"/>
            <a:ext cx="10515600" cy="1325563"/>
          </a:xfrm>
        </p:spPr>
        <p:txBody>
          <a:bodyPr/>
          <a:lstStyle/>
          <a:p>
            <a:r>
              <a:rPr lang="en-US" dirty="0"/>
              <a:t>Advanced Analytics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F574-0B8A-CF8C-E165-037708D6E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733"/>
            <a:ext cx="10515600" cy="47122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Techniques Implemented</a:t>
            </a:r>
          </a:p>
          <a:p>
            <a:r>
              <a:rPr lang="en-IN" dirty="0"/>
              <a:t>Historical </a:t>
            </a:r>
            <a:r>
              <a:rPr lang="en-IN" dirty="0" err="1"/>
              <a:t>VaR</a:t>
            </a:r>
            <a:r>
              <a:rPr lang="en-IN" dirty="0"/>
              <a:t> </a:t>
            </a:r>
          </a:p>
          <a:p>
            <a:r>
              <a:rPr lang="en-IN" dirty="0"/>
              <a:t>Conditional </a:t>
            </a:r>
            <a:r>
              <a:rPr lang="en-IN" dirty="0" err="1"/>
              <a:t>VaR</a:t>
            </a:r>
            <a:r>
              <a:rPr lang="en-IN" dirty="0"/>
              <a:t> (CVaR) </a:t>
            </a:r>
          </a:p>
          <a:p>
            <a:r>
              <a:rPr lang="en-IN" dirty="0"/>
              <a:t>Rolling Sharpe Ratio </a:t>
            </a:r>
          </a:p>
          <a:p>
            <a:r>
              <a:rPr lang="en-IN" dirty="0"/>
              <a:t>Investor Cohort Analysis </a:t>
            </a:r>
          </a:p>
          <a:p>
            <a:r>
              <a:rPr lang="en-IN" dirty="0"/>
              <a:t>SIP Continuity Analysis </a:t>
            </a:r>
          </a:p>
          <a:p>
            <a:r>
              <a:rPr lang="en-IN" dirty="0"/>
              <a:t>Fund Recommender System </a:t>
            </a:r>
          </a:p>
          <a:p>
            <a:r>
              <a:rPr lang="en-IN" dirty="0"/>
              <a:t>Sector HHI Concentration </a:t>
            </a:r>
          </a:p>
          <a:p>
            <a:pPr marL="0" indent="0">
              <a:buNone/>
            </a:pPr>
            <a:r>
              <a:rPr lang="en-IN" b="1" dirty="0"/>
              <a:t>Deliverables</a:t>
            </a:r>
          </a:p>
          <a:p>
            <a:r>
              <a:rPr lang="en-IN" dirty="0"/>
              <a:t>var_cvar_report.csv </a:t>
            </a:r>
          </a:p>
          <a:p>
            <a:r>
              <a:rPr lang="en-IN" dirty="0"/>
              <a:t>recommender.py </a:t>
            </a:r>
          </a:p>
          <a:p>
            <a:r>
              <a:rPr lang="en-IN" dirty="0"/>
              <a:t>rolling_sharpe_chart.png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792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A052-ED30-2216-6D8B-4ED109D6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– Industry Overview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6F8E-A35C-FC5E-0EEC-7007A8927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0200" cy="4351338"/>
          </a:xfrm>
        </p:spPr>
        <p:txBody>
          <a:bodyPr/>
          <a:lstStyle/>
          <a:p>
            <a:r>
              <a:rPr lang="en-IN" dirty="0"/>
              <a:t>Features:</a:t>
            </a:r>
          </a:p>
          <a:p>
            <a:r>
              <a:rPr lang="en-IN" dirty="0"/>
              <a:t>Total AUM </a:t>
            </a:r>
          </a:p>
          <a:p>
            <a:r>
              <a:rPr lang="en-IN" dirty="0"/>
              <a:t>Monthly SIP Inflows </a:t>
            </a:r>
          </a:p>
          <a:p>
            <a:r>
              <a:rPr lang="en-IN" dirty="0"/>
              <a:t>Folio Counts </a:t>
            </a:r>
          </a:p>
          <a:p>
            <a:r>
              <a:rPr lang="en-IN" dirty="0"/>
              <a:t>Industry Growth Trends </a:t>
            </a:r>
          </a:p>
          <a:p>
            <a:r>
              <a:rPr lang="en-IN" dirty="0"/>
              <a:t>AUM by Fund House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826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9E23D-7AB3-9E75-5BF9-B0AD988A4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0"/>
            <a:ext cx="10947400" cy="1325563"/>
          </a:xfrm>
        </p:spPr>
        <p:txBody>
          <a:bodyPr/>
          <a:lstStyle/>
          <a:p>
            <a:r>
              <a:rPr lang="en-IN" dirty="0"/>
              <a:t>Dashboard – Performance &amp; Investor Analytics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4E584-8718-2FCB-DCEA-C305D78B3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Dashboard Features</a:t>
            </a:r>
          </a:p>
          <a:p>
            <a:pPr marL="0" indent="0">
              <a:buNone/>
            </a:pPr>
            <a:r>
              <a:rPr lang="en-IN" b="1" dirty="0"/>
              <a:t>   Fund Performance</a:t>
            </a:r>
          </a:p>
          <a:p>
            <a:r>
              <a:rPr lang="en-IN" dirty="0"/>
              <a:t>Risk vs Return Analysis </a:t>
            </a:r>
          </a:p>
          <a:p>
            <a:r>
              <a:rPr lang="en-IN" dirty="0"/>
              <a:t>Fund Scorecard </a:t>
            </a:r>
          </a:p>
          <a:p>
            <a:r>
              <a:rPr lang="en-IN" dirty="0"/>
              <a:t>NAV Trend </a:t>
            </a:r>
          </a:p>
          <a:p>
            <a:pPr marL="0" indent="0">
              <a:buNone/>
            </a:pPr>
            <a:r>
              <a:rPr lang="en-IN" b="1" dirty="0"/>
              <a:t>   Investor Analytics</a:t>
            </a:r>
          </a:p>
          <a:p>
            <a:r>
              <a:rPr lang="en-IN" dirty="0"/>
              <a:t>State-wise Investments </a:t>
            </a:r>
          </a:p>
          <a:p>
            <a:r>
              <a:rPr lang="en-IN" dirty="0"/>
              <a:t>Transaction Split </a:t>
            </a:r>
          </a:p>
          <a:p>
            <a:r>
              <a:rPr lang="en-IN" dirty="0"/>
              <a:t>Monthly Transaction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7299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B685-A012-D0F7-836D-C7E0E42D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3" y="271991"/>
            <a:ext cx="10515600" cy="1325563"/>
          </a:xfrm>
        </p:spPr>
        <p:txBody>
          <a:bodyPr/>
          <a:lstStyle/>
          <a:p>
            <a:r>
              <a:rPr lang="en-US" dirty="0"/>
              <a:t>Key findings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62B55-CCF2-6E23-5E0A-06F975B42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Major Insights</a:t>
            </a:r>
          </a:p>
          <a:p>
            <a:r>
              <a:rPr lang="en-IN" dirty="0"/>
              <a:t>Mutual fund industry demonstrated strong growth. </a:t>
            </a:r>
          </a:p>
          <a:p>
            <a:r>
              <a:rPr lang="en-IN" dirty="0"/>
              <a:t>SIP inflows consistently increased. </a:t>
            </a:r>
          </a:p>
          <a:p>
            <a:r>
              <a:rPr lang="en-IN" dirty="0"/>
              <a:t>Risk-adjusted metrics identified top-performing funds. </a:t>
            </a:r>
          </a:p>
          <a:p>
            <a:r>
              <a:rPr lang="en-IN" dirty="0"/>
              <a:t>Investor participation varied by age and region. </a:t>
            </a:r>
          </a:p>
          <a:p>
            <a:r>
              <a:rPr lang="en-IN" dirty="0"/>
              <a:t>Advanced analytics improved risk understanding.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9381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514F-1EAF-5875-1479-31AEF1A5A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3199" y="1879601"/>
            <a:ext cx="3462867" cy="2768600"/>
          </a:xfrm>
        </p:spPr>
        <p:txBody>
          <a:bodyPr>
            <a:normAutofit/>
          </a:bodyPr>
          <a:lstStyle/>
          <a:p>
            <a:r>
              <a:rPr lang="en-US" dirty="0"/>
              <a:t>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0298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379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Bluestock Mutual Fund Analytics Capstone Project</vt:lpstr>
      <vt:lpstr>Problem Statement and Objectives :</vt:lpstr>
      <vt:lpstr>Data Sources :</vt:lpstr>
      <vt:lpstr>System Architecture :</vt:lpstr>
      <vt:lpstr>Tools used :</vt:lpstr>
      <vt:lpstr>EDA Highlights – I </vt:lpstr>
      <vt:lpstr>EDA Highlights – II </vt:lpstr>
      <vt:lpstr>Performance Matrix :</vt:lpstr>
      <vt:lpstr>Advanced Analytics :</vt:lpstr>
      <vt:lpstr>Dashboard – Industry Overview :</vt:lpstr>
      <vt:lpstr>Dashboard – Performance &amp; Investor Analytics :</vt:lpstr>
      <vt:lpstr>Key findings :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Arshiya .M</dc:creator>
  <cp:lastModifiedBy>Arshiya .M</cp:lastModifiedBy>
  <cp:revision>1</cp:revision>
  <dcterms:created xsi:type="dcterms:W3CDTF">2026-06-12T11:47:55Z</dcterms:created>
  <dcterms:modified xsi:type="dcterms:W3CDTF">2026-06-12T12:09:31Z</dcterms:modified>
</cp:coreProperties>
</file>